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70" r:id="rId11"/>
    <p:sldId id="264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1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55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7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45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3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2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1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5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371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317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7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6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247" y="446650"/>
            <a:ext cx="7680960" cy="1371600"/>
          </a:xfr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Netflix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Dataset Analysis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Using SQL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 Analyze movie trends and performance using SQL</a:t>
            </a:r>
          </a:p>
          <a:p>
            <a:pPr marL="0" indent="0">
              <a:buNone/>
            </a:pP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by: Iram Shaikh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Master in Data Science and Analytics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uses SQL to analyze a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dataset.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objective is to understand movie performance, ratings, and trends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movie dataset contains: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Title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Genre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Release Year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Rating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Duration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Description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Database &amp;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created in MySQL.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table: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tables: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countries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ratings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keys ensure unique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 Import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imported using: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LOAD DATA INFILE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INSERT INTO statements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Handled NULL values and data type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Basic SQL Queries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sz="24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movie_title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genre FROM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10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understand content distribution, trends and data quality.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F27F-119F-0484-9578-AEECA1EF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4930A0-B271-BF6F-403D-2D3A39707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838" y="1922106"/>
            <a:ext cx="7680325" cy="376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8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COUNT() – total movies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AVG() – average rating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SUM() – total revenue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MAX() / MIN() – highest and lowest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496" y="539957"/>
            <a:ext cx="7680960" cy="1371600"/>
          </a:xfrm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Joins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JOIN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ratings tables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 JOIN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countries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tables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combine movie details with ratings and genres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79CE-617B-860C-D52B-5B812722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55C80-ED03-6172-7B90-38AD65E45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838" y="1446245"/>
            <a:ext cx="7680325" cy="42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4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common rating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Movies released per year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Countries producing most titles</a:t>
            </a:r>
          </a:p>
          <a:p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directors by number of titles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Movies by genre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Movies released after 2015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0DA-2320-C879-50CA-D729A569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E623CB-52D9-5A13-A4E4-88619F8F4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441481"/>
            <a:ext cx="7273827" cy="314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516A7-BF15-5AA0-D05A-15E195C9F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93" y="3652934"/>
            <a:ext cx="7273827" cy="298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18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Handling missing ratings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Normalizing genre data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dataset performance issues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helps extract valuable insights from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data.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strengthened understanding of queries, joins, and analysis.</a:t>
            </a:r>
          </a:p>
          <a:p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Useful for data-driven decision-making.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75</TotalTime>
  <Words>267</Words>
  <Application>Microsoft Office PowerPoint</Application>
  <PresentationFormat>On-screen Show (4:3)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Garamond</vt:lpstr>
      <vt:lpstr>Savon</vt:lpstr>
      <vt:lpstr>Netflix Dataset Analysis Using SQL</vt:lpstr>
      <vt:lpstr>Project Overview</vt:lpstr>
      <vt:lpstr>Dataset Description</vt:lpstr>
      <vt:lpstr>Database &amp; Table Structure</vt:lpstr>
      <vt:lpstr>Data Import Process</vt:lpstr>
      <vt:lpstr>Basic SQL Queries Used</vt:lpstr>
      <vt:lpstr>PowerPoint Presentation</vt:lpstr>
      <vt:lpstr>Aggregate Functions</vt:lpstr>
      <vt:lpstr>Joins Used</vt:lpstr>
      <vt:lpstr>PowerPoint Presentation</vt:lpstr>
      <vt:lpstr>Analysis Performed</vt:lpstr>
      <vt:lpstr>PowerPoint Presentation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Laptop</dc:creator>
  <cp:keywords/>
  <dc:description>generated using python-pptx</dc:description>
  <cp:lastModifiedBy>HP Laptop</cp:lastModifiedBy>
  <cp:revision>3</cp:revision>
  <dcterms:created xsi:type="dcterms:W3CDTF">2013-01-27T09:14:16Z</dcterms:created>
  <dcterms:modified xsi:type="dcterms:W3CDTF">2026-01-19T14:19:10Z</dcterms:modified>
  <cp:category/>
</cp:coreProperties>
</file>