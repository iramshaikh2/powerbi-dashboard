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A98D"/>
    <a:srgbClr val="7D5C42"/>
    <a:srgbClr val="874411"/>
    <a:srgbClr val="BA0C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8D37D-9561-8010-9EDF-CFDF9E291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EE86D-1C78-64B3-AB2E-A130D160B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FB7C5-F26C-2FA2-C285-E3639A30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E61AA-9124-9F41-AA20-9F5FBB16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3E743-B42B-E60E-908D-E1DCAF08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0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382D-10BA-DD91-3F5D-BE26EC6AC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43A-F16E-8DAB-F1A6-09D3303A4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0BC4C-4041-70DE-9B7E-08FF8673C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A2BFB-B236-5DB0-D5CE-89A16BB3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D5C46-1D26-D477-B59C-5FD8067A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66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A1C5-7E1F-3789-6B81-142C3C979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3AD1A-2B75-A69D-58B3-F4D1691AF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2AC0B-5E05-E759-7837-7DEB526EE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77A16-3695-918A-DE13-1B94EBCB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916F-D042-687F-EE09-C07046F9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49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21BA-7176-E3DA-1B94-E4279252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70915-1E40-77ED-596C-9D7767FCA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ACB72-A9EB-65F5-31CD-2C802E78B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20BDF-59E9-CD52-67C5-CA66F7CA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923ED-ABE3-8374-E069-3F744AE7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7A1E5-EBD2-52D6-EB69-D16CA992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13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3E4A-1545-3229-3F9C-BBDFDB1A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D9F55-060B-C420-E4AA-56FA93243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BB198-6533-8877-A1B8-F638E72C4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FE677-EE57-8399-9F14-F29F9E8D6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A2433-E038-D911-2CC2-2EF9B91B0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76B3F-0E43-068D-EE77-7BC82E4C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D4536F-0D5E-AC8F-C954-3A51511B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57F732-19F5-072B-8322-7C9D3614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620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B298-A100-8648-630A-C4A9CBAE1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E5311-3F69-40CA-AE2F-2D12FCBA6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A15EF-FA50-3F35-9ECA-299E5F36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13C8B-E4DB-B5EE-4FF6-C80DE67B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7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A02DC-7ADB-03B3-76FC-6DA7FD34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CC1AE-7A7F-9CE9-A522-649F6120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6A163-4BF8-5658-3269-A6AE69E9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02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BF8F-E54D-BC4E-D4A6-E5C22F9C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98F1E-14DB-2014-6BCD-7168D9C9D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07915-A381-1862-ABF4-0681BBE24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F4346-0A5E-D3FD-D715-30C226EA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91490-7B16-52D1-7891-F0DA39C76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61DAE-60B7-957C-6F61-C4ED1805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143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A799C-D14C-814E-4C24-74F7616A6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EFFF1-F1E8-7F6B-383D-70DED25EF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D2C8D-43F3-0ADC-0BEA-1BD897DDB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D196C-6097-EA5A-2E38-277E8638A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6985E-928A-86AD-7C1E-5F225163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0D6EC-802C-995C-9190-FABBC996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66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0FED-3D4E-AB1B-BFD5-127A85FE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8A831-7721-0430-40F7-A77F5F23E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485AE-B76D-1AFC-1372-E45FCD99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BCDAC-9B63-75DF-8EA1-475C1953F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0C3A7-BF50-FA49-E094-689AEEE7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30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A10E9-648A-AD44-93F6-11A6D1B99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6A958-9090-D967-2701-E9BC56CB6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A48D9-8E05-7DD4-0163-7902FFD4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CFF32-5D56-F2AA-9767-9FAAF142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574C8-F869-63E9-895D-845B3614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39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292C3-3EAC-9E21-3C46-A9C75438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60DEB-C9A4-6175-B29A-26AB01EED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DB9BB-DCF1-27A7-0F22-F45B0EECB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C1B67-6C22-4EC9-942C-1CF7CAEAA2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A77CA-97AE-55FC-A99B-E470184CA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66BE6-4157-65D7-9661-951FA54A6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FD0D8-9D5B-4A74-A9FB-36A7D8D8B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00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B45B-5638-97AE-4CAA-5B9D9C3E7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6375"/>
            <a:ext cx="8823649" cy="164938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0000"/>
            <a:scene3d>
              <a:camera prst="orthographicFront"/>
              <a:lightRig rig="freezing" dir="t"/>
            </a:scene3d>
            <a:sp3d extrusionH="57150" contourW="12700" prstMaterial="dkEdge">
              <a:bevelT w="38100" h="38100"/>
              <a:contourClr>
                <a:srgbClr val="C00000"/>
              </a:contourClr>
            </a:sp3d>
          </a:bodyPr>
          <a:lstStyle/>
          <a:p>
            <a:r>
              <a:rPr lang="en-US" b="1" i="1" u="sng" dirty="0">
                <a:solidFill>
                  <a:srgbClr val="C00000"/>
                </a:solidFill>
              </a:rPr>
              <a:t>Interactive Calculator Using Functions</a:t>
            </a:r>
            <a:endParaRPr lang="en-IN" b="1" i="1" u="sng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F0BC1-E196-A003-EBB9-DB10F0944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2652" y="4810125"/>
            <a:ext cx="7053943" cy="106680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99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73A4-3DA1-DEA5-CD11-0A4CD36CC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313449"/>
            <a:ext cx="10515600" cy="1325563"/>
          </a:xfr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Introduction: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2D9AB-6DDA-2A6A-9DFC-3DBE1DC98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Python is a high-level, general-purpose programming language known for its clear, English-like syntax and emphasis on code readability.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Which makes it popular for beginners and experienced developers alike.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Interpreted Language- Python code is executed line by line at runtime.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Dynamically Typed- Programmers do not need to declare variable types explicitly; python determines them during runtime.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104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683E-862D-C2FD-DC56-095B66EE5F1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Project Goal: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327E-9AF7-F422-980D-742D8F2C9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Create a Calculator that can perform basic arithmetic operation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Addition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Subtraction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Multiplication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Division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Features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Uses functions for operations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Handles division by Zero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Interactive loop until user chooses to exit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34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8EB8-0516-AE22-6C30-2297A50A7EF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Why use Functions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84BA6-4D54-F8BD-5401-EF4317F9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are a fundamental building block in Python used to organize code into smaller, manageable, and reusable blocks, which makes programs easier to read, test, and maintain.</a:t>
            </a:r>
          </a:p>
          <a:p>
            <a:r>
              <a:rPr lang="en-US" dirty="0"/>
              <a:t>Easier to debug and update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	def add(</a:t>
            </a:r>
            <a:r>
              <a:rPr lang="en-US" dirty="0" err="1"/>
              <a:t>a,b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		return </a:t>
            </a:r>
            <a:r>
              <a:rPr lang="en-US" dirty="0" err="1"/>
              <a:t>a+b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function can be used anywhere in the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3588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9C5A-387B-84F9-1865-77B029358F7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Program Flow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9B43A-DA3F-42FD-24E6-3B21A042D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Start the calculator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Ask user for two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Display menu of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 selects operation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calculation using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 result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until user chooses Exit.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60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843-9D7B-ADE8-B48E-FD04BB80CEC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Code Snippet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101CF-DB74-ADDE-14EC-29A3E4AF7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code demonstrates a function-based calculator with looping and basic error handling.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6D6AB5-E1D8-98D8-0FF1-FE231F137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73" y="3189473"/>
            <a:ext cx="4693509" cy="26234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CE7139-5A23-6046-EEEA-68665494D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261" y="3189473"/>
            <a:ext cx="4572638" cy="196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42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6E08-63EB-BE9D-6FD0-49D7A53AE63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Sample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29EF0C-B5EC-8FCD-67FB-778A23699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9975" y="2086370"/>
            <a:ext cx="5674744" cy="353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57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EA855-114E-95DC-C779-9748E847EE6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Key Learning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9D7A-8FEE-DE65-F726-8847D1601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Using functions for modular programming</a:t>
            </a:r>
          </a:p>
          <a:p>
            <a:r>
              <a:rPr lang="en-IN" dirty="0"/>
              <a:t>Implementing while loops for repeated operations</a:t>
            </a:r>
          </a:p>
          <a:p>
            <a:r>
              <a:rPr lang="en-IN" dirty="0"/>
              <a:t>Handling user input and errors</a:t>
            </a:r>
          </a:p>
          <a:p>
            <a:r>
              <a:rPr lang="en-IN" dirty="0"/>
              <a:t>Writing clean, readable code.</a:t>
            </a:r>
          </a:p>
        </p:txBody>
      </p:sp>
    </p:spTree>
    <p:extLst>
      <p:ext uri="{BB962C8B-B14F-4D97-AF65-F5344CB8AC3E}">
        <p14:creationId xmlns:p14="http://schemas.microsoft.com/office/powerpoint/2010/main" val="228111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E61F-8ED4-A96C-D9B9-8681629B7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D2AC3-A1FA-F2D3-B3E9-D32CD112F8B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03117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240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Interactive Calculator Using Functions</vt:lpstr>
      <vt:lpstr>Introduction:</vt:lpstr>
      <vt:lpstr>Project Goal:</vt:lpstr>
      <vt:lpstr>Why use Functions</vt:lpstr>
      <vt:lpstr>Program Flow</vt:lpstr>
      <vt:lpstr>Code Snippet</vt:lpstr>
      <vt:lpstr>Sample output</vt:lpstr>
      <vt:lpstr>Key Learning Points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Laptop</dc:creator>
  <cp:lastModifiedBy>HP Laptop</cp:lastModifiedBy>
  <cp:revision>3</cp:revision>
  <dcterms:created xsi:type="dcterms:W3CDTF">2025-12-31T08:13:14Z</dcterms:created>
  <dcterms:modified xsi:type="dcterms:W3CDTF">2026-01-03T11:21:41Z</dcterms:modified>
</cp:coreProperties>
</file>